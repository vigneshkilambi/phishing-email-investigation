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orient="horz" pos="22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gnesh kilambi" initials="vk" lastIdx="1" clrIdx="0">
    <p:extLst>
      <p:ext uri="{19B8F6BF-5375-455C-9EA6-DF929625EA0E}">
        <p15:presenceInfo xmlns:p15="http://schemas.microsoft.com/office/powerpoint/2012/main" xmlns="" userId="3b719806e9aefca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72" autoAdjust="0"/>
    <p:restoredTop sz="94660"/>
  </p:normalViewPr>
  <p:slideViewPr>
    <p:cSldViewPr snapToGrid="0">
      <p:cViewPr varScale="1">
        <p:scale>
          <a:sx n="79" d="100"/>
          <a:sy n="79" d="100"/>
        </p:scale>
        <p:origin x="-739" y="-67"/>
      </p:cViewPr>
      <p:guideLst>
        <p:guide orient="horz" pos="2160"/>
        <p:guide orient="horz" pos="22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AB9B77-E694-77AD-CFD2-181974D62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357812B-7FD2-3114-81D4-2ECC9C7A6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363885-D3BE-CAD1-C1AC-4626CE540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B2C13-F59D-4525-BEC6-BEA39057564C}" type="datetimeFigureOut">
              <a:rPr lang="en-IN" smtClean="0"/>
              <a:pPr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C8C8EF0-3E84-93F4-F830-2818B5B6B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FED5E6D-AD8C-B14A-D6F5-E5971186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F86-3C5E-4B3E-95C1-494BD1E750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62347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746C8D-F0BC-7767-AE7F-A7B6A5E4C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D7DE16-0913-6B70-F06C-00E960C49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5EFE7E0-380A-304D-1ABA-2346BA44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B2C13-F59D-4525-BEC6-BEA39057564C}" type="datetimeFigureOut">
              <a:rPr lang="en-IN" smtClean="0"/>
              <a:pPr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C92054-937C-4515-12B8-651A39BAB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394C16-8DB7-0E85-CF82-E202080F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F86-3C5E-4B3E-95C1-494BD1E750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9132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213A0C-C9B4-2E39-DA2C-E793A96EE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D08FE3A-977F-B4CC-C6EF-01C86049D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362E05B-FEDE-2DE9-B980-7ED88F11A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B2C13-F59D-4525-BEC6-BEA39057564C}" type="datetimeFigureOut">
              <a:rPr lang="en-IN" smtClean="0"/>
              <a:pPr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6F88FD-A768-EECA-8A45-856B4ED3A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7ACA2B3-99FE-A588-CDEB-1C52AA5B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F86-3C5E-4B3E-95C1-494BD1E750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4335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0655EC-5CA7-8E5F-C1BE-0EE907BD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596A38-94C4-3655-9860-0892CDC26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75C75D9-1521-8E7E-8EE9-27CEEBBE9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E932D90-A339-9616-5424-AF4994EDF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B2C13-F59D-4525-BEC6-BEA39057564C}" type="datetimeFigureOut">
              <a:rPr lang="en-IN" smtClean="0"/>
              <a:pPr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0CB1DD9-9CAA-33CA-A317-ACD99B69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F6CB6B5-F2B1-417E-B59F-A94F0E83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F86-3C5E-4B3E-95C1-494BD1E750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26297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688F4B-0FE9-6BE2-7D6B-282A345BE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D5635D8-DF89-E31A-B737-FC444D9BD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C29CD10-44C2-33F1-E4C5-6F72B6230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0572AB0-C2D3-E5C2-8EAE-716A46ABE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F7BFADE-C1F6-EB49-A537-CC25D43895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D439FC7-8E67-D439-2055-C0350B9E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B2C13-F59D-4525-BEC6-BEA39057564C}" type="datetimeFigureOut">
              <a:rPr lang="en-IN" smtClean="0"/>
              <a:pPr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A11054B-5BD0-048D-CB90-386891223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BC83D7F-9278-0F86-2B82-F44BD59B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F86-3C5E-4B3E-95C1-494BD1E750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2214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0B634E-44FA-BC77-819F-79F02943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08B49D1-A18F-5CDE-C146-E775B2DE8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B2C13-F59D-4525-BEC6-BEA39057564C}" type="datetimeFigureOut">
              <a:rPr lang="en-IN" smtClean="0"/>
              <a:pPr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389E8E8-D8E4-7441-0B00-F1FDA1214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9F8508-69BD-63F0-A054-8BA68EDEA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F86-3C5E-4B3E-95C1-494BD1E750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165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1A9C833-C072-D079-D35F-0F4971E8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B2C13-F59D-4525-BEC6-BEA39057564C}" type="datetimeFigureOut">
              <a:rPr lang="en-IN" smtClean="0"/>
              <a:pPr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D4F2126-B4B7-1D03-CFD6-201FA5E9B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6EDED9E-1600-25BD-1261-495FC3573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F86-3C5E-4B3E-95C1-494BD1E750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05650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18B1C4-9960-E1CC-38BA-51A5C5C3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56852A-5D45-AA3A-06AC-96951B201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822393A-95E1-EF65-4CA0-F00EE2F36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B74D5DC-35B0-2DF8-FF3C-92D98265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B2C13-F59D-4525-BEC6-BEA39057564C}" type="datetimeFigureOut">
              <a:rPr lang="en-IN" smtClean="0"/>
              <a:pPr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79CD2D5-37D7-F750-AE23-64533CF89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DFA238-1AA1-1BEC-B487-86AFC015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F86-3C5E-4B3E-95C1-494BD1E750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60168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7A5155-DECF-1216-81A0-686FAA9F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E15AF11-2AD9-1ACD-EB7F-2BA0E6FE79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3D37DC3-C605-9B7D-EE63-B528E7E51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CF141A1-5480-BBBC-21C9-07144552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B2C13-F59D-4525-BEC6-BEA39057564C}" type="datetimeFigureOut">
              <a:rPr lang="en-IN" smtClean="0"/>
              <a:pPr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0418B59-8D27-1F3D-FE7D-C1501E918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D89F43C-D236-A3CC-AACC-8FDB2F91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F86-3C5E-4B3E-95C1-494BD1E750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53875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68AF3C-EBC0-A1B7-5D05-DB71869A5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177B1DD-79C3-0C56-B482-ABB45068E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833D8EC-AA5C-A2D2-8883-F73358FFD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B2C13-F59D-4525-BEC6-BEA39057564C}" type="datetimeFigureOut">
              <a:rPr lang="en-IN" smtClean="0"/>
              <a:pPr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4685763-6F33-EDCD-D636-CA45BD72D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FCFC62A-F5FD-A169-B62A-F17D807D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F86-3C5E-4B3E-95C1-494BD1E750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83336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6522767-7386-1EC2-6220-A00EAD3F5B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E335B7E-B4B3-252F-B1A7-0E0469A2D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C09C6B5-843D-8EC8-BACA-55D660DAA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B2C13-F59D-4525-BEC6-BEA39057564C}" type="datetimeFigureOut">
              <a:rPr lang="en-IN" smtClean="0"/>
              <a:pPr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813BCB-3A8C-2065-D4D5-7EDB7029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2A44E08-C885-BD75-1B27-7A5859904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F86-3C5E-4B3E-95C1-494BD1E750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70890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40DB800-ECEA-B766-0263-1541CC7F3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4CE34E5-4CAF-71EF-6876-6E87E6CD4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5037ACC-FD9F-985D-1B45-E162652329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B2C13-F59D-4525-BEC6-BEA39057564C}" type="datetimeFigureOut">
              <a:rPr lang="en-IN" smtClean="0"/>
              <a:pPr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1A007A-C838-0571-69D9-F7A82F0FE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6264F3C-7709-A918-6BAE-48356076D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15F86-3C5E-4B3E-95C1-494BD1E7508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701B06A-DDC1-D076-8E77-800A1326A1A5}"/>
              </a:ext>
            </a:extLst>
          </p:cNvPr>
          <p:cNvSpPr/>
          <p:nvPr userDrawn="1"/>
        </p:nvSpPr>
        <p:spPr>
          <a:xfrm>
            <a:off x="261257" y="223935"/>
            <a:ext cx="11663265" cy="6410130"/>
          </a:xfrm>
          <a:prstGeom prst="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47668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8163C9-E030-37EE-377B-A98F5DB50F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Phishing Email Investigation with Network Traffic Analysis</a:t>
            </a:r>
            <a:r>
              <a:rPr lang="en-US" sz="4800" dirty="0"/>
              <a:t/>
            </a:r>
            <a:br>
              <a:rPr lang="en-US" sz="4800" dirty="0"/>
            </a:b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6712CA9-E804-BBCE-F389-7703FA2474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SOC Analyst Project</a:t>
            </a:r>
          </a:p>
          <a:p>
            <a:r>
              <a:rPr lang="en-IN" dirty="0"/>
              <a:t>By Vignesh Kilambi</a:t>
            </a:r>
            <a:br>
              <a:rPr lang="en-IN" dirty="0"/>
            </a:br>
            <a:r>
              <a:rPr lang="en-IN" dirty="0"/>
              <a:t>Aspiring SOC Analyst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90151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C6E2FD3A-B5BB-3DA9-F0DF-935834B1C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21446"/>
          </a:xfrm>
        </p:spPr>
        <p:txBody>
          <a:bodyPr>
            <a:normAutofit/>
          </a:bodyPr>
          <a:lstStyle/>
          <a:p>
            <a:r>
              <a:rPr lang="en-IN" sz="6600" b="1" u="sng" dirty="0"/>
              <a:t>LAB SETUP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D1B7534C-56EF-DFA7-48E7-94345B19D2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Kali Linux (Wireshark Analysis)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   Phishing Email Sample (.</a:t>
            </a:r>
            <a:r>
              <a:rPr lang="en-IN" dirty="0" err="1"/>
              <a:t>eml</a:t>
            </a:r>
            <a:r>
              <a:rPr lang="en-IN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 PCAP File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 MX Toolbox (Header Analysis)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214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6D5DB6-F34B-9137-7B9E-C01188F3F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6836"/>
            <a:ext cx="10515600" cy="954156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b="1" dirty="0"/>
              <a:t>PHISHING EMAIL ANALYSIS</a:t>
            </a:r>
            <a:br>
              <a:rPr lang="en-IN" sz="3600" b="1" dirty="0"/>
            </a:br>
            <a:r>
              <a:rPr lang="en-IN" b="1" dirty="0"/>
              <a:t/>
            </a:r>
            <a:br>
              <a:rPr lang="en-IN" b="1" dirty="0"/>
            </a:br>
            <a:endParaRPr lang="en-IN" sz="2200" b="1" dirty="0">
              <a:latin typeface="+mn-lt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xmlns="" id="{83041314-E0A1-1898-EB98-35048EB94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00874" y="1825625"/>
            <a:ext cx="8190251" cy="4351338"/>
          </a:xfr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xmlns="" id="{196EB557-81DD-C351-DC7F-AD419C859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2330" y="704743"/>
            <a:ext cx="606755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Suspicious sender email identified (domain mismatch)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Malicious link embedded in email 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Social engineering used to trigger user action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3A2C11B-D3A8-C755-AE42-F213D24D7297}"/>
              </a:ext>
            </a:extLst>
          </p:cNvPr>
          <p:cNvSpPr/>
          <p:nvPr/>
        </p:nvSpPr>
        <p:spPr>
          <a:xfrm>
            <a:off x="5261610" y="3493770"/>
            <a:ext cx="662940" cy="9525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B3EC736C-44BB-4179-DF1B-AAED1AE768DB}"/>
              </a:ext>
            </a:extLst>
          </p:cNvPr>
          <p:cNvSpPr/>
          <p:nvPr/>
        </p:nvSpPr>
        <p:spPr>
          <a:xfrm>
            <a:off x="5726430" y="3040380"/>
            <a:ext cx="533400" cy="12192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4269DB7-8671-E58A-F535-5144D5BFA948}"/>
              </a:ext>
            </a:extLst>
          </p:cNvPr>
          <p:cNvSpPr/>
          <p:nvPr/>
        </p:nvSpPr>
        <p:spPr>
          <a:xfrm>
            <a:off x="3657600" y="5257800"/>
            <a:ext cx="697230" cy="10287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62614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0ED4A7-3384-DA75-E7AD-169F29FF3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975043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600" b="1" dirty="0"/>
              <a:t>EMAIL HEADER ANALYSIS (MXTOOLBOX) </a:t>
            </a:r>
            <a:br>
              <a:rPr lang="en-IN" sz="3600" b="1" dirty="0"/>
            </a:br>
            <a:r>
              <a:rPr lang="en-IN" sz="3200" b="1" dirty="0"/>
              <a:t>• </a:t>
            </a:r>
            <a:r>
              <a:rPr lang="en-US" sz="2200" dirty="0">
                <a:latin typeface="+mn-lt"/>
              </a:rPr>
              <a:t>SPF, DKIM, and DMARC authentication failed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• Sender IP identified as suspicious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• Confirms spoofed phishing email</a:t>
            </a:r>
            <a:br>
              <a:rPr lang="en-US" sz="2200" dirty="0">
                <a:latin typeface="+mn-lt"/>
              </a:rPr>
            </a:br>
            <a:endParaRPr lang="en-IN" sz="2200" b="1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6A79FC8-366C-C829-563F-F79633AA6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91502" y="1825625"/>
            <a:ext cx="9608996" cy="43513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A71C70F-7F9E-4689-A03C-745E0DE97288}"/>
              </a:ext>
            </a:extLst>
          </p:cNvPr>
          <p:cNvSpPr/>
          <p:nvPr/>
        </p:nvSpPr>
        <p:spPr>
          <a:xfrm>
            <a:off x="1531620" y="3336288"/>
            <a:ext cx="2065020" cy="63373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09687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737EE1-7F82-CCE4-5A51-29EB9579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1840"/>
            <a:ext cx="10515600" cy="938848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/>
              <a:t>IOC EXTRACTION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dirty="0"/>
              <a:t>•</a:t>
            </a:r>
            <a:r>
              <a:rPr lang="en-US" sz="2200" dirty="0">
                <a:latin typeface="+mn-lt"/>
              </a:rPr>
              <a:t>Malicious domain, IP, and URL identified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•Indicators extracted from email and traffic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•Key artifacts used for investigation</a:t>
            </a:r>
            <a:r>
              <a:rPr lang="en-US" sz="3200" dirty="0"/>
              <a:t/>
            </a:r>
            <a:br>
              <a:rPr lang="en-US" sz="3200" dirty="0"/>
            </a:br>
            <a:endParaRPr lang="en-IN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029951A4-0C89-9D94-3B32-4292A7CD0A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537787570"/>
              </p:ext>
            </p:extLst>
          </p:nvPr>
        </p:nvGraphicFramePr>
        <p:xfrm>
          <a:off x="838200" y="1886584"/>
          <a:ext cx="10515600" cy="4117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xmlns="" val="32579067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xmlns="" val="2566100131"/>
                    </a:ext>
                  </a:extLst>
                </a:gridCol>
              </a:tblGrid>
              <a:tr h="579649">
                <a:tc>
                  <a:txBody>
                    <a:bodyPr/>
                    <a:lstStyle/>
                    <a:p>
                      <a:r>
                        <a:rPr lang="en-US" sz="2000" dirty="0"/>
                        <a:t>Type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Body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86094932"/>
                  </a:ext>
                </a:extLst>
              </a:tr>
              <a:tr h="579649"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sues@nnwifi.com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89840470"/>
                  </a:ext>
                </a:extLst>
              </a:tr>
              <a:tr h="579649">
                <a:tc>
                  <a:txBody>
                    <a:bodyPr/>
                    <a:lstStyle/>
                    <a:p>
                      <a:r>
                        <a:rPr lang="en-US" dirty="0"/>
                        <a:t>Domain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nnwifi.com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5316266"/>
                  </a:ext>
                </a:extLst>
              </a:tr>
              <a:tr h="579649">
                <a:tc>
                  <a:txBody>
                    <a:bodyPr/>
                    <a:lstStyle/>
                    <a:p>
                      <a:r>
                        <a:rPr lang="en-US" dirty="0"/>
                        <a:t>IP </a:t>
                      </a:r>
                      <a:r>
                        <a:rPr lang="en-US" dirty="0" smtClean="0"/>
                        <a:t>Address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94.100.31.27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19655246"/>
                  </a:ext>
                </a:extLst>
              </a:tr>
              <a:tr h="579649">
                <a:tc>
                  <a:txBody>
                    <a:bodyPr/>
                    <a:lstStyle/>
                    <a:p>
                      <a:r>
                        <a:rPr lang="en-US" dirty="0"/>
                        <a:t>Domain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servervirto.com.co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7854302"/>
                  </a:ext>
                </a:extLst>
              </a:tr>
              <a:tr h="579649">
                <a:tc>
                  <a:txBody>
                    <a:bodyPr/>
                    <a:lstStyle/>
                    <a:p>
                      <a:r>
                        <a:rPr lang="en-US" dirty="0"/>
                        <a:t>URL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http://servervirto.com.co/ed/trn/update/login_files/loginDialog.js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14052970"/>
                  </a:ext>
                </a:extLst>
              </a:tr>
              <a:tr h="579649">
                <a:tc>
                  <a:txBody>
                    <a:bodyPr/>
                    <a:lstStyle/>
                    <a:p>
                      <a:r>
                        <a:rPr lang="en-US" dirty="0"/>
                        <a:t>File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loginDialog.js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1064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777261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C4EACF-D124-7F3C-EFD0-93CFFA46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1009651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900" b="1" dirty="0"/>
              <a:t>DNS ANALYSIS (WIRESHARK)</a:t>
            </a:r>
            <a:br>
              <a:rPr lang="en-IN" sz="2900" b="1" dirty="0"/>
            </a:br>
            <a:r>
              <a:rPr lang="en-IN" sz="2900" b="1" dirty="0"/>
              <a:t>•</a:t>
            </a:r>
            <a:r>
              <a:rPr lang="en-US" sz="2200" dirty="0">
                <a:latin typeface="+mn-lt"/>
              </a:rPr>
              <a:t>DNS query observed for malicious domain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•Domain resolved from phishing link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•Confirms connection to attacker server</a:t>
            </a:r>
            <a:r>
              <a:rPr lang="en-US" sz="3200" dirty="0"/>
              <a:t/>
            </a:r>
            <a:br>
              <a:rPr lang="en-US" sz="3200" dirty="0"/>
            </a:br>
            <a:endParaRPr lang="en-IN" sz="29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FFB15937-3D39-BDA1-5398-A60B774C2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06765" y="1825625"/>
            <a:ext cx="8178469" cy="43513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8C3F8CF-556D-2C48-DA16-D31ECCE84E3C}"/>
              </a:ext>
            </a:extLst>
          </p:cNvPr>
          <p:cNvSpPr/>
          <p:nvPr/>
        </p:nvSpPr>
        <p:spPr>
          <a:xfrm>
            <a:off x="3840480" y="5436870"/>
            <a:ext cx="781050" cy="10668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95357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EA2F93-F8BC-CD3D-F0C3-1D21FD08F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900" b="1" dirty="0"/>
              <a:t>HTTP ANALYSIS (WIRESHARK) </a:t>
            </a:r>
            <a:br>
              <a:rPr lang="en-IN" sz="2900" b="1" dirty="0"/>
            </a:br>
            <a:r>
              <a:rPr lang="en-IN" sz="2900" b="1" dirty="0"/>
              <a:t>•</a:t>
            </a:r>
            <a:r>
              <a:rPr lang="en-US" sz="2200" b="1" dirty="0"/>
              <a:t>HTTP request to phishing domain detected</a:t>
            </a:r>
            <a:br>
              <a:rPr lang="en-US" sz="2200" b="1" dirty="0"/>
            </a:br>
            <a:r>
              <a:rPr lang="en-US" sz="2200" b="1" dirty="0"/>
              <a:t>•</a:t>
            </a:r>
            <a:r>
              <a:rPr lang="en-US" sz="2200" dirty="0">
                <a:latin typeface="+mn-lt"/>
              </a:rPr>
              <a:t>JavaScript file (loginDialog.js) retrieved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•Indicates credential harvesting activity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188BC85-9E78-E1B0-071E-3C6EA70049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94714" y="1825625"/>
            <a:ext cx="8202571" cy="43513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4566D53-6638-9FA5-0436-DAD75D471EA7}"/>
              </a:ext>
            </a:extLst>
          </p:cNvPr>
          <p:cNvSpPr/>
          <p:nvPr/>
        </p:nvSpPr>
        <p:spPr>
          <a:xfrm>
            <a:off x="3985260" y="4968240"/>
            <a:ext cx="811530" cy="9906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A581A51-6FA3-772E-66C2-09D108DF1ADA}"/>
              </a:ext>
            </a:extLst>
          </p:cNvPr>
          <p:cNvSpPr/>
          <p:nvPr/>
        </p:nvSpPr>
        <p:spPr>
          <a:xfrm>
            <a:off x="4545330" y="5756910"/>
            <a:ext cx="2838450" cy="9906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3000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07BE748-7799-B9CF-9EB4-CE2ACE065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7521"/>
            <a:ext cx="9144000" cy="822959"/>
          </a:xfrm>
        </p:spPr>
        <p:txBody>
          <a:bodyPr>
            <a:normAutofit/>
          </a:bodyPr>
          <a:lstStyle/>
          <a:p>
            <a:r>
              <a:rPr lang="en-IN" sz="4400" b="1" u="sng" dirty="0"/>
              <a:t>ATTACK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26D0D3D7-65F0-264E-AFE8-0C27005E3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71600"/>
            <a:ext cx="9144000" cy="4338320"/>
          </a:xfrm>
        </p:spPr>
        <p:txBody>
          <a:bodyPr>
            <a:noAutofit/>
          </a:bodyPr>
          <a:lstStyle/>
          <a:p>
            <a:r>
              <a:rPr lang="en-IN" dirty="0"/>
              <a:t>Phishing Email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User clicks malicious link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DNS request → servervirto.com.co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HTTP request → phishing page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JavaScript loaded (loginDialog.js)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Credentials captured</a:t>
            </a:r>
          </a:p>
        </p:txBody>
      </p:sp>
    </p:spTree>
    <p:extLst>
      <p:ext uri="{BB962C8B-B14F-4D97-AF65-F5344CB8AC3E}">
        <p14:creationId xmlns:p14="http://schemas.microsoft.com/office/powerpoint/2010/main" xmlns="" val="3520021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xmlns="" id="{40D0819F-D4D9-E17C-679F-3909924A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u="sng" dirty="0"/>
              <a:t>Mitre Attack, Impact &amp; Conclusion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CD1C946B-69F7-AB1B-A54E-17D023802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/>
              <a:t>         MITRE                                          IMPACT                                  CONCLUSION                  </a:t>
            </a:r>
          </a:p>
          <a:p>
            <a:endParaRPr lang="fr-FR" sz="1800" dirty="0"/>
          </a:p>
          <a:p>
            <a:pPr algn="just"/>
            <a:endParaRPr lang="fr-FR" sz="1800" dirty="0"/>
          </a:p>
          <a:p>
            <a:pPr marL="0" indent="0">
              <a:buNone/>
            </a:pPr>
            <a:r>
              <a:rPr lang="fr-FR" sz="1800" dirty="0"/>
              <a:t>       T1566: Phishing                                              </a:t>
            </a:r>
          </a:p>
          <a:p>
            <a:pPr marL="0" indent="0">
              <a:buNone/>
            </a:pPr>
            <a:r>
              <a:rPr lang="fr-FR" sz="1800" dirty="0"/>
              <a:t>    </a:t>
            </a:r>
          </a:p>
          <a:p>
            <a:pPr marL="0" indent="0">
              <a:buNone/>
            </a:pPr>
            <a:r>
              <a:rPr lang="fr-FR" sz="1800" dirty="0"/>
              <a:t>       T1204: User </a:t>
            </a:r>
            <a:r>
              <a:rPr lang="fr-FR" sz="1800" dirty="0" err="1"/>
              <a:t>Execution</a:t>
            </a:r>
            <a:endParaRPr lang="fr-FR" sz="1800" dirty="0"/>
          </a:p>
          <a:p>
            <a:pPr marL="0" indent="0">
              <a:buNone/>
            </a:pPr>
            <a:r>
              <a:rPr lang="fr-FR" sz="1800" dirty="0"/>
              <a:t>   </a:t>
            </a:r>
          </a:p>
          <a:p>
            <a:pPr marL="0" indent="0">
              <a:buNone/>
            </a:pPr>
            <a:r>
              <a:rPr lang="fr-FR" sz="1800" dirty="0"/>
              <a:t>      T1071: Web Communication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30397F3-75D4-F25D-913A-4AB675DC40EB}"/>
              </a:ext>
            </a:extLst>
          </p:cNvPr>
          <p:cNvSpPr/>
          <p:nvPr/>
        </p:nvSpPr>
        <p:spPr>
          <a:xfrm>
            <a:off x="1143001" y="2266122"/>
            <a:ext cx="2910016" cy="3657600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7140E4E-47F4-1D04-D653-1432324E517B}"/>
              </a:ext>
            </a:extLst>
          </p:cNvPr>
          <p:cNvSpPr/>
          <p:nvPr/>
        </p:nvSpPr>
        <p:spPr>
          <a:xfrm>
            <a:off x="4760440" y="2266122"/>
            <a:ext cx="2910017" cy="3657600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B436007-624F-B540-EA99-5AADEDD6D796}"/>
              </a:ext>
            </a:extLst>
          </p:cNvPr>
          <p:cNvSpPr/>
          <p:nvPr/>
        </p:nvSpPr>
        <p:spPr>
          <a:xfrm>
            <a:off x="8377881" y="2266122"/>
            <a:ext cx="2671120" cy="36576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05240AE-94BD-6B8A-28E0-6CE8A5ABC390}"/>
              </a:ext>
            </a:extLst>
          </p:cNvPr>
          <p:cNvSpPr txBox="1"/>
          <p:nvPr/>
        </p:nvSpPr>
        <p:spPr>
          <a:xfrm>
            <a:off x="4870174" y="2967335"/>
            <a:ext cx="28002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Credential theft possible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Unauthorized access risk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Sensitive data compromise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2B85D658-8EB0-2C96-733A-3A8317F51E2F}"/>
              </a:ext>
            </a:extLst>
          </p:cNvPr>
          <p:cNvSpPr txBox="1"/>
          <p:nvPr/>
        </p:nvSpPr>
        <p:spPr>
          <a:xfrm>
            <a:off x="8377880" y="3003355"/>
            <a:ext cx="2823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Phishing attack identified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Email + network correlated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Credential harvesting confirmed</a:t>
            </a:r>
          </a:p>
        </p:txBody>
      </p:sp>
    </p:spTree>
    <p:extLst>
      <p:ext uri="{BB962C8B-B14F-4D97-AF65-F5344CB8AC3E}">
        <p14:creationId xmlns:p14="http://schemas.microsoft.com/office/powerpoint/2010/main" xmlns="" val="2800733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40</TotalTime>
  <Words>175</Words>
  <Application>Microsoft Office PowerPoint</Application>
  <PresentationFormat>Custom</PresentationFormat>
  <Paragraphs>71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Phishing Email Investigation with Network Traffic Analysis </vt:lpstr>
      <vt:lpstr>LAB SETUP</vt:lpstr>
      <vt:lpstr>PHISHING EMAIL ANALYSIS  </vt:lpstr>
      <vt:lpstr>EMAIL HEADER ANALYSIS (MXTOOLBOX)  • SPF, DKIM, and DMARC authentication failed • Sender IP identified as suspicious • Confirms spoofed phishing email </vt:lpstr>
      <vt:lpstr>IOC EXTRACTION •Malicious domain, IP, and URL identified •Indicators extracted from email and traffic •Key artifacts used for investigation </vt:lpstr>
      <vt:lpstr>DNS ANALYSIS (WIRESHARK) •DNS query observed for malicious domain •Domain resolved from phishing link •Confirms connection to attacker server </vt:lpstr>
      <vt:lpstr>HTTP ANALYSIS (WIRESHARK)  •HTTP request to phishing domain detected •JavaScript file (loginDialog.js) retrieved •Indicates credential harvesting activity </vt:lpstr>
      <vt:lpstr>ATTACK FLOW</vt:lpstr>
      <vt:lpstr>Mitre Attack, Impact &amp; Conclusion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Email Investigation with Network Traffic Analysis </dc:title>
  <dc:creator>vignesh kilambi</dc:creator>
  <cp:lastModifiedBy>LENOVO</cp:lastModifiedBy>
  <cp:revision>3</cp:revision>
  <dcterms:created xsi:type="dcterms:W3CDTF">2026-03-19T14:44:08Z</dcterms:created>
  <dcterms:modified xsi:type="dcterms:W3CDTF">2026-03-23T03:58:07Z</dcterms:modified>
</cp:coreProperties>
</file>